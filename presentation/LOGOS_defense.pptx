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a6ad319044a1b" /><Relationship Type="http://schemas.openxmlformats.org/officeDocument/2006/relationships/extended-properties" Target="/docProps/app.xml" Id="Rf5ef0ce1699342db" /><Relationship Type="http://schemas.openxmlformats.org/officeDocument/2006/relationships/officeDocument" Target="/ppt/presentation.xml" Id="Rd750c6db70af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8b31f42f3449c"/>
  </p:sldMasterIdLst>
  <p:notesMasterIdLst>
    <p:notesMasterId xmlns:r="http://schemas.openxmlformats.org/officeDocument/2006/relationships" r:id="R8446061ef97f45d0"/>
  </p:notesMasterIdLst>
  <p:sldIdLst>
    <p:sldId xmlns:r="http://schemas.openxmlformats.org/officeDocument/2006/relationships" id="256" r:id="R64c22e1fcc624dd5"/>
    <p:sldId xmlns:r="http://schemas.openxmlformats.org/officeDocument/2006/relationships" id="257" r:id="Rafa088ff8bdc4753"/>
    <p:sldId xmlns:r="http://schemas.openxmlformats.org/officeDocument/2006/relationships" id="258" r:id="R9ae54085415d4224"/>
    <p:sldId xmlns:r="http://schemas.openxmlformats.org/officeDocument/2006/relationships" id="259" r:id="Rae59df705e1840bc"/>
    <p:sldId xmlns:r="http://schemas.openxmlformats.org/officeDocument/2006/relationships" id="260" r:id="Rba89acb54f6b4e92"/>
    <p:sldId xmlns:r="http://schemas.openxmlformats.org/officeDocument/2006/relationships" id="261" r:id="Rcbd19a3168464edf"/>
    <p:sldId xmlns:r="http://schemas.openxmlformats.org/officeDocument/2006/relationships" id="262" r:id="R09f68323e9b74f05"/>
    <p:sldId xmlns:r="http://schemas.openxmlformats.org/officeDocument/2006/relationships" id="263" r:id="R3ed7630bb3754d75"/>
    <p:sldId xmlns:r="http://schemas.openxmlformats.org/officeDocument/2006/relationships" id="264" r:id="Rf31229b8f1034915"/>
    <p:sldId xmlns:r="http://schemas.openxmlformats.org/officeDocument/2006/relationships" id="265" r:id="R0c160747199f44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2ebc5773ad4ca1" /><Relationship Type="http://schemas.openxmlformats.org/officeDocument/2006/relationships/slideMaster" Target="/ppt/slideMasters/slideMaster1.xml" Id="R5988b31f42f3449c" /><Relationship Type="http://schemas.openxmlformats.org/officeDocument/2006/relationships/notesMaster" Target="/ppt/notesMasters/notesMaster1.xml" Id="R8446061ef97f45d0" /><Relationship Type="http://schemas.openxmlformats.org/officeDocument/2006/relationships/presProps" Target="/ppt/presProps.xml" Id="Ra679440adbd9405f" /><Relationship Type="http://schemas.openxmlformats.org/officeDocument/2006/relationships/tableStyles" Target="/ppt/tableStyles.xml" Id="Ra7ba2c11f271436f" /><Relationship Type="http://schemas.openxmlformats.org/officeDocument/2006/relationships/slide" Target="/ppt/slides/slide1.xml" Id="R64c22e1fcc624dd5" /><Relationship Type="http://schemas.openxmlformats.org/officeDocument/2006/relationships/slide" Target="/ppt/slides/slide2.xml" Id="Rafa088ff8bdc4753" /><Relationship Type="http://schemas.openxmlformats.org/officeDocument/2006/relationships/slide" Target="/ppt/slides/slide3.xml" Id="R9ae54085415d4224" /><Relationship Type="http://schemas.openxmlformats.org/officeDocument/2006/relationships/slide" Target="/ppt/slides/slide4.xml" Id="Rae59df705e1840bc" /><Relationship Type="http://schemas.openxmlformats.org/officeDocument/2006/relationships/slide" Target="/ppt/slides/slide5.xml" Id="Rba89acb54f6b4e92" /><Relationship Type="http://schemas.openxmlformats.org/officeDocument/2006/relationships/slide" Target="/ppt/slides/slide6.xml" Id="Rcbd19a3168464edf" /><Relationship Type="http://schemas.openxmlformats.org/officeDocument/2006/relationships/slide" Target="/ppt/slides/slide7.xml" Id="R09f68323e9b74f05" /><Relationship Type="http://schemas.openxmlformats.org/officeDocument/2006/relationships/slide" Target="/ppt/slides/slide8.xml" Id="R3ed7630bb3754d75" /><Relationship Type="http://schemas.openxmlformats.org/officeDocument/2006/relationships/slide" Target="/ppt/slides/slide9.xml" Id="Rf31229b8f1034915" /><Relationship Type="http://schemas.openxmlformats.org/officeDocument/2006/relationships/slide" Target="/ppt/slides/slide10.xml" Id="R0c160747199f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b804e629e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db2b971a84c67" /><Relationship Type="http://schemas.openxmlformats.org/officeDocument/2006/relationships/notesMaster" Target="/ppt/notesMasters/notesMaster1.xml" Id="Rf72b23065ed5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34c8e4be0467f" /><Relationship Type="http://schemas.openxmlformats.org/officeDocument/2006/relationships/notesMaster" Target="/ppt/notesMasters/notesMaster1.xml" Id="R61b77d519007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2c701294734bb0" /><Relationship Type="http://schemas.openxmlformats.org/officeDocument/2006/relationships/notesMaster" Target="/ppt/notesMasters/notesMaster1.xml" Id="R6cd17a9d42094c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669e24af7449d9" /><Relationship Type="http://schemas.openxmlformats.org/officeDocument/2006/relationships/notesMaster" Target="/ppt/notesMasters/notesMaster1.xml" Id="R05376eee7c3b40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12593f28454f32" /><Relationship Type="http://schemas.openxmlformats.org/officeDocument/2006/relationships/notesMaster" Target="/ppt/notesMasters/notesMaster1.xml" Id="R7283d3d5328f4f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23de37917c4488" /><Relationship Type="http://schemas.openxmlformats.org/officeDocument/2006/relationships/notesMaster" Target="/ppt/notesMasters/notesMaster1.xml" Id="R66732fdcdbc742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89682fb0b34e38" /><Relationship Type="http://schemas.openxmlformats.org/officeDocument/2006/relationships/notesMaster" Target="/ppt/notesMasters/notesMaster1.xml" Id="R0dd9670d9b194d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d2229204f34e20" /><Relationship Type="http://schemas.openxmlformats.org/officeDocument/2006/relationships/notesMaster" Target="/ppt/notesMasters/notesMaster1.xml" Id="R69224b7d5e7e4f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08ab0fa07a4303" /><Relationship Type="http://schemas.openxmlformats.org/officeDocument/2006/relationships/notesMaster" Target="/ppt/notesMasters/notesMaster1.xml" Id="R3a6d3d37bb2b4b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04323cb5749be" /><Relationship Type="http://schemas.openxmlformats.org/officeDocument/2006/relationships/notesMaster" Target="/ppt/notesMasters/notesMaster1.xml" Id="Rcbc0a77b2df942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проекта: «Интеграция системы диспетчеризации транспорта (TMS) с WMS и ERP: проектирование сценариев „точно в срок“, SLA по времени отклика и механизмы повторных попыток». Представьте себя и назовите цель: согласовать выполнение заказа и восстановить обмен при сбоях. Объект демонстрации — учебные имитаторы с реальными HTTP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 управляет процессом, а каждая система изменяет собственную базу. Четыре процесса запускаются локально. Общей базы между системами нет. FastAPI описывает API, HTTPX отправляет запросы, SQLite хранит состояние. Источники: project/services; https://fastapi.tiangolo.com/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расчёта: начало окна 15:00. Вычитаем 50 минут дороги и 10 минут резерва: отправление в 14:00. Ещё 20 минут погрузки: готовность и подача к 13:40. Ещё 30 минут сборки: начало в 13:10. Если фактическая готовность сдвигается, меняется прогноз прибытия. Источник: project/services/hub.py, plan_order и due_time.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Норматив успешного ответа отличается от максимального ожидания попытки. 2,5 секунды для WMS дают успех по HTTP, но нарушают SLA 2 секунды. После тайм-аута начинается обработка ошибки. Реальное время измеряется perf_counter, общее ожидание ограничивает asyncio.wait_for. Источник: project/services/hub.py POLICY, process_job. Справка: https://www.python-httpx.org/advanced/timeouts/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Сетевая ошибка и временные HTTP-ошибки допускают повтор. Перед второй, третьей и четвёртой попытками ждём 2, 4 и 8 секунд плюс случайные 0–0,3 секунды. Максимум четыре попытки в цикле. После этого задача остаётся в базе со статусом dead, доступно ручное решение. Нехватка товара — постоянная ошибка, автоматически повторять её бессмысленно.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случай: TMS сохранила перевозку, но клиент получил 504. Повтор с тем же order_id:stage возвращает прежний результат. Запись ключа и бизнес-изменение атомарны. При отмене до отгрузки Hub сначала отменяет перевозку, затем снимает резерв и обновляет ERP. Это последовательность компенсаций, а не общая распределённая транзакция. Источник: project/services/systems.py, command; hub.py CANCEL.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реального запуска основной программы, а не HTML-демо. Создан тестовый заказ, WMS зарезервировала товар, TMS назначила машину, ERP подтвердила план. В карточке можно увидеть план и фактические времена. Источник: assets/overview.png, локальная проверка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локальный прогон: первый заказ прошёл три команды, второй получил два отказа TMS и успешную третью попытку. Всего 8 HTTP-попыток, 6 успешных в пределах SLA, показатель 75%. Длительности из скриншота конкретного прогона, они не являются нагрузочным тестом. Источник: assets/monitor.png.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десять сквозных тестов запускают реальные процессы и HTTP-запросы на временных базах. Они проверяют итоговые бизнес-данные и восстановление очереди. Дополнительно проверены интерфейс в Chromium и локальный Swagger при блокировке внешних запросов. Исходники тестов: project/tests/test_integration.py. Протокол: tests/test-results.txt. Проверки проведены на Linux, переносной Windows runtime требует контрольного запуска на целевой машине.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Подведите итог: реализованы реальные API, очереди и обработка ошибок. Для защиты есть переносной Python и зависимости. Windows-исполнение в текущей среде не тестировалось, поэтому перед занятием нужно запустить START_OFFLINE.bat на целевом ноутбуке. Ограничения: один склад, пять машин, однопозиционный заказ, плановые интервалы. Нет GPS, карт и реальных корпоративных адаптеров. Следующий этап — подключение реальных систем и перепланирование транспорта.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92a9933c245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d5cd77c194c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cba43338e40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ebf24b9a54e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72d31401d40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d60df5479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F9412D7-1200-41F7-89B3-7F12A1C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BC3F0C-37B8-40FE-8B96-E0C526209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C305613-7157-4228-A6BD-4F948EE02A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4A5BC2A-07D1-4659-A899-430C7F2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309CEC-B45F-4876-9516-EF322346E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17BE99C-F597-4D43-9ADE-9E045D62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69D620-8230-4206-BA34-934CC4F08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1E43ED2-5377-4C81-AD9F-6B171CBC2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867A710-E53D-405A-A3CF-B576908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7C51F4-DE04-4E7B-BB90-745B4FF6C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2376F5-6A98-42F4-8F42-604CE5ABCC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F22C48-E182-4C7D-8A74-06AF3DBACF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0F07E0F-56EA-455C-973A-0C233915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3780D0-1136-404E-8077-B8F516747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1CC3C4-E13B-45D4-A02B-47E6AC4865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88e6c2695646e9" /><Relationship Type="http://schemas.openxmlformats.org/officeDocument/2006/relationships/slideLayout" Target="/ppt/slideLayouts/slideLayout1.xml" Id="R28a537f081ce4a02" /><Relationship Type="http://schemas.openxmlformats.org/officeDocument/2006/relationships/slideLayout" Target="/ppt/slideLayouts/slideLayout2.xml" Id="R3ef30024f7f247ea" /><Relationship Type="http://schemas.openxmlformats.org/officeDocument/2006/relationships/slideLayout" Target="/ppt/slideLayouts/slideLayout3.xml" Id="Rb514d2cb41d54da0" /><Relationship Type="http://schemas.openxmlformats.org/officeDocument/2006/relationships/slideLayout" Target="/ppt/slideLayouts/slideLayout4.xml" Id="R2084a1a32dee48df" /><Relationship Type="http://schemas.openxmlformats.org/officeDocument/2006/relationships/slideLayout" Target="/ppt/slideLayouts/slideLayout5.xml" Id="R71fb95a3b9ed4eb1" /><Relationship Type="http://schemas.openxmlformats.org/officeDocument/2006/relationships/slideLayout" Target="/ppt/slideLayouts/slideLayout6.xml" Id="Ref87744dc1db4d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a537f081ce4a02"/>
    <p:sldLayoutId xmlns:r="http://schemas.openxmlformats.org/officeDocument/2006/relationships" id="2147483650" r:id="R3ef30024f7f247ea"/>
    <p:sldLayoutId xmlns:r="http://schemas.openxmlformats.org/officeDocument/2006/relationships" id="2147483651" r:id="Rb514d2cb41d54da0"/>
    <p:sldLayoutId xmlns:r="http://schemas.openxmlformats.org/officeDocument/2006/relationships" id="2147483652" r:id="R2084a1a32dee48df"/>
    <p:sldLayoutId xmlns:r="http://schemas.openxmlformats.org/officeDocument/2006/relationships" id="2147483653" r:id="R71fb95a3b9ed4eb1"/>
    <p:sldLayoutId xmlns:r="http://schemas.openxmlformats.org/officeDocument/2006/relationships" id="2147483654" r:id="Ref87744dc1db4d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58ef5c45c4f12" /><Relationship Type="http://schemas.openxmlformats.org/officeDocument/2006/relationships/notesSlide" Target="/ppt/notesSlides/notesSlide1.xml" Id="R2c98fb658a814c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f84fe29ee4ca3" /><Relationship Type="http://schemas.openxmlformats.org/officeDocument/2006/relationships/notesSlide" Target="/ppt/notesSlides/notesSlide2.xml" Id="R6473830ff64544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d034b452c4ef7" /><Relationship Type="http://schemas.openxmlformats.org/officeDocument/2006/relationships/notesSlide" Target="/ppt/notesSlides/notesSlide3.xml" Id="R1d0d6a38fdd24f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92999d11e484a" /><Relationship Type="http://schemas.openxmlformats.org/officeDocument/2006/relationships/notesSlide" Target="/ppt/notesSlides/notesSlide4.xml" Id="Re43d8abeff8748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a727eea5a49ef" /><Relationship Type="http://schemas.openxmlformats.org/officeDocument/2006/relationships/notesSlide" Target="/ppt/notesSlides/notesSlide5.xml" Id="R43dec08f3c5d4f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056a85cd64725" /><Relationship Type="http://schemas.openxmlformats.org/officeDocument/2006/relationships/notesSlide" Target="/ppt/notesSlides/notesSlide6.xml" Id="R6c3ed37df94d4c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b1b03d1a344a7" /><Relationship Type="http://schemas.openxmlformats.org/officeDocument/2006/relationships/image" Target="/ppt/media/image.png" Id="R457b59b149d24eca" /><Relationship Type="http://schemas.openxmlformats.org/officeDocument/2006/relationships/notesSlide" Target="/ppt/notesSlides/notesSlide7.xml" Id="R86f6effa99ee44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af35e4cc04891" /><Relationship Type="http://schemas.openxmlformats.org/officeDocument/2006/relationships/notesSlide" Target="/ppt/notesSlides/notesSlide8.xml" Id="R03270eea770e48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3b8d4481d473f" /><Relationship Type="http://schemas.openxmlformats.org/officeDocument/2006/relationships/notesSlide" Target="/ppt/notesSlides/notesSlide9.xml" Id="R64bac1a1df5e44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30a097d3c4283" /><Relationship Type="http://schemas.openxmlformats.org/officeDocument/2006/relationships/notesSlide" Target="/ppt/notesSlides/notesSlide10.xml" Id="Rde3747497ebe4a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23303-C0B0-4BE5-8961-E79FB76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Интеграция TMS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с WMS и ERP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DBC78-DFC6-4FE2-9C11-A8F781C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9DDC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A9DDCA"/>
                </a:solidFill>
                <a:latin typeface="Nimbus Sans"/>
                <a:ea typeface="Nimbus Sans"/>
                <a:cs typeface="Nimbus Sans"/>
              </a:rPr>
              <a:t>Сценарии точно в срок, SLA и повторные попытки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45F0-B9C5-4303-8547-00F9B9D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2D2D5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C2D2D5"/>
                </a:solidFill>
                <a:latin typeface="Nimbus Sans"/>
                <a:ea typeface="Nimbus Sans"/>
                <a:cs typeface="Nimbus Sans"/>
              </a:rPr>
              <a:t>Интеграция корпоративных систем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B94F4-EBE0-4F2F-ABB6-D0FF4B8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2D2D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2D2D5"/>
                </a:solidFill>
                <a:latin typeface="Nimbus Sans"/>
                <a:ea typeface="Nimbus Sans"/>
                <a:cs typeface="Nimbus Sans"/>
              </a:rPr>
              <a:t>Выполнил: ____________________   Группа: 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B072E-CA1A-458A-B5B4-5C54A3D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D2D5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2D2D5"/>
                </a:solidFill>
                <a:latin typeface="Nimbus Sans"/>
                <a:ea typeface="Nimbus Sans"/>
                <a:cs typeface="Nimbus Sans"/>
              </a:rPr>
              <a:t>LOGOS 1.1   /   2026</a:t>
            </a:r>
          </a:p>
        </p:txBody>
      </p:sp>
    </p:spTree>
    <p:extLst>
      <p:ext uri="{BB962C8B-B14F-4D97-AF65-F5344CB8AC3E}">
        <p14:creationId xmlns:p14="http://schemas.microsoft.com/office/powerpoint/2010/main" val="32077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0F19E-8C4F-45D0-A5DA-C0B34CFB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Архитектура интеграции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36CDE-7B6B-4770-9515-A056C01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7524750"/>
                <a:gridCol w="14287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Сервис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Порт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ERP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Заказы и итоговые статусы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Остатки, резерв и отгрузка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Машины и перевозки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Оркестрация, SLA и повторы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CB4B8-040B-489C-AA2D-146F4C09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HTTP / JSON между сервисами. Отдельная SQLite-база у каждого.</a:t>
            </a:r>
          </a:p>
        </p:txBody>
      </p:sp>
    </p:spTree>
    <p:extLst>
      <p:ext uri="{BB962C8B-B14F-4D97-AF65-F5344CB8AC3E}">
        <p14:creationId xmlns:p14="http://schemas.microsoft.com/office/powerpoint/2010/main" val="473912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70877-0546-4662-83B3-49088A21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План доставки точно в срок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7846C-A52A-4A62-8FF0-99A14F5C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457325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000750"/>
              </a:tblGrid>
              <a:tr h="611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Время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Сборка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13:10–13:40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Погрузка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13:40–14:00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Дорога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14:00–14:50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Резерв и ожидание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14:50–15:00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Передача получателю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15:00 при окне 15:00–15:15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8B805-E627-4225-91CC-D8124D0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Планируем назад от окна доставки и учитываем фактические задержки.</a:t>
            </a:r>
          </a:p>
        </p:txBody>
      </p:sp>
    </p:spTree>
    <p:extLst>
      <p:ext uri="{BB962C8B-B14F-4D97-AF65-F5344CB8AC3E}">
        <p14:creationId xmlns:p14="http://schemas.microsoft.com/office/powerpoint/2010/main" val="1687566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BBDBF-2608-4FC9-8F70-3E354C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SLA и тайм-аут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87128-2DAE-49F8-8C7F-B6E521E0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953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333750"/>
                <a:gridCol w="33337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Система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SLA ответа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Тайм-аут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ERP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4C76-BE07-4C2B-977D-97C1026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Ответ WMS за 2,5 с: операция успешна, норматив нарушен.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1D509-9175-4DE6-8D07-84968FD1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HTTP-время остаётся реальным при любом ускорении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988277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4C1F2-F5D4-4453-8FC0-68A1B479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Повторные попытки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5E289-F0B4-4A10-B733-CA2A5B30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96250"/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Попытка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Ожидание перед отправкой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Сразу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 с + 0–0,3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с + 0–0,3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 с + 0–0,3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5C19F-B540-4F65-9845-B3F86B03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После исчерпания попыток: ручной повтор или отмена до отгрузки.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15D7-30C0-4AA7-9088-EA25DCBB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Очередь и следующий срок повтора сохраняются в базе.</a:t>
            </a:r>
          </a:p>
        </p:txBody>
      </p:sp>
    </p:spTree>
    <p:extLst>
      <p:ext uri="{BB962C8B-B14F-4D97-AF65-F5344CB8AC3E}">
        <p14:creationId xmlns:p14="http://schemas.microsoft.com/office/powerpoint/2010/main" val="82083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4C9C5-67DE-47D2-B856-5D86983F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Идемпотентность и компенсация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B1D50-D3B3-4111-BD75-A8475DB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E2CAA-46E3-4A79-9B06-B4807E1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Один ключ для одной логической 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DE3F9-5258-4F73-86F0-B76366C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Получатель сохраняет бизнес-изменение и результат одной транзакцией. Повтор возвращает сохранённый ответ.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58E1B-1AB9-48DD-87F5-EC7F5330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Если заказ отменён до отгрузки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3AD0A-50B9-4FC6-B301-CD4BF764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Hub отменяет перевозку, возвращает резерв и обновляет ERP. Компенсация тоже использует очередь и повторы.</a:t>
            </a:r>
          </a:p>
        </p:txBody>
      </p:sp>
    </p:spTree>
    <p:extLst>
      <p:ext uri="{BB962C8B-B14F-4D97-AF65-F5344CB8AC3E}">
        <p14:creationId xmlns:p14="http://schemas.microsoft.com/office/powerpoint/2010/main" val="1205098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BC382-B1CD-4DB9-B089-2C9737A8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Интерфейс работающего стенда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B88E4-10B3-4D9B-9A2F-52B3836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b59b149d24eca"/>
          <a:stretch xmlns:a="http://schemas.openxmlformats.org/drawingml/2006/main"/>
        </p:blipFill>
        <p:spPr>
          <a:xfrm xmlns:a="http://schemas.openxmlformats.org/drawingml/2006/main">
            <a:off x="2667000" y="1400175"/>
            <a:ext cx="6858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24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55ACF-B922-415E-AE46-944CF51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Восстановление после двух отказов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78569-2AB0-49C8-8B91-126C8BB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953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1714500"/>
                <a:gridCol w="49530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Команда TMS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HTTP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Попытка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Временный отказ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Попытка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Временный отказ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Попытка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Машина назначена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E089F-E8A3-4347-AA09-6FEB2047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В журнале двух заказов: 6 успешных попыток из 8, SLA = 75%.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9785F-83E1-4779-8E79-ED5A1004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Это наблюдение одного прогона, не оценка промышленной нагрузки.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9534783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9CCA6-0D6C-4EB8-A633-85A3F805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Проверка надёжности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A73C9-CE65-439E-9CA7-5E93DC6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3900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Группа проверок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Проверяемое поведение</a:t>
                      </a:r>
                    </a:p>
                  </a:txBody>
                  <a:tcPr marL="91440" marR="91440" marT="45720" marB="45720">
                    <a:solidFill>
                      <a:srgbClr val="E7F1E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Доставка и валидация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Корректные статусы и входные 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Повторы и SLA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Отказы, исчерпание попыток, медленный ответ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Идемпотентность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Потеря ответа, тайм-аут, конфликт ключа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Восстановление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Перезапуск Hub и импорт ERP outbox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Компенсация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3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Возврат резерва и бизнес-ошибка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BE419-0A0F-4759-A669-C0F693D8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10 сквозных тестов пройдены</a:t>
            </a:r>
          </a:p>
        </p:txBody>
      </p:sp>
    </p:spTree>
    <p:extLst>
      <p:ext uri="{BB962C8B-B14F-4D97-AF65-F5344CB8AC3E}">
        <p14:creationId xmlns:p14="http://schemas.microsoft.com/office/powerpoint/2010/main" val="13969365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97CDA-3156-4C6F-A5DE-5FECDEE4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Результат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BF863-9DD1-487C-B683-D478006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17580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E7AEC-F2E8-45E6-8346-24055AB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Готовый локальный стенд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FF3AA-9432-43F7-82B8-90F0856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Заказ проходит ERP, WMS и TMS. Hub контролирует расписание, сохраняет очередь и повторяет команды без дублирования.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A75B1-A5CD-4494-A039-167FF06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68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87F68"/>
                </a:solidFill>
                <a:latin typeface="Nimbus Sans"/>
                <a:ea typeface="Nimbus Sans"/>
                <a:cs typeface="Nimbus Sans"/>
              </a:rPr>
              <a:t>Границы первой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70888-3DBB-4F05-99C3-28BDEA69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83039"/>
                </a:solidFill>
                <a:latin typeface="Nimbus Sans"/>
                <a:ea typeface="Nimbus Sans"/>
                <a:cs typeface="Nimbus Sans"/>
              </a:rPr>
              <a:t>Один склад и пять машин. Маршруты, GPS и реальные корпоративные системы пока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559092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2026-10-04T22:34:22.0410000Z</dcterms:created>
  <dcterms:modified xsi:type="dcterms:W3CDTF">2026-10-04T22:34:22.0410000Z</dcterms:modified>
</coreProperties>
</file>